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18288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03504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REPORT</a:t>
            </a:r>
            <a:endParaRPr lang="en-US" sz="82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78992"/>
            <a:ext cx="7909560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Topic Corpus Comparison</a:t>
            </a:r>
            <a:endParaRPr lang="en-US" sz="4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19400"/>
            <a:ext cx="7909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v0.5.0 baseline vs descriptor-corpus-guided decks built from source JSON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051560"/>
            <a:ext cx="1554480" cy="2971800"/>
          </a:xfrm>
          <a:prstGeom prst="rect">
            <a:avLst/>
          </a:prstGeom>
          <a:solidFill>
            <a:srgbClr val="1F2937">
              <a:alpha val="16000"/>
            </a:srgbClr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224528"/>
            <a:ext cx="1234440" cy="548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topics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5.0-20260622/comparison-gallery/assets/comparisons/all_topics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1078992"/>
            <a:ext cx="3518611" cy="32141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046988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whether deck structure changes when the large corpus informs design choices.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162556"/>
            <a:ext cx="36576" cy="10469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162556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2436876"/>
            <a:ext cx="321868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synthetic topics, each with baseline and corpus-guided decks.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40096" y="3300984"/>
            <a:ext cx="36576" cy="1046988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68112" y="33009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68112" y="3575304"/>
            <a:ext cx="321868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Descriptor-only corpus references; no external slides copied.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Rendered comparison contact sheet generated locally.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River Watch Pocket Lab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5.0-20260622/comparison-gallery/assets/comparisons/river-watch-pocket-lab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Market Battery Swaps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5.0-20260622/comparison-gallery/assets/comparisons/night-market-battery-swaps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Pocket Forest Cooling Blocks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5.0-20260622/comparison-gallery/assets/comparisons/pocket-forest-cooling-blocks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 Fridge Alarm Triage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5.0-20260622/comparison-gallery/assets/comparisons/clinic-fridge-alarm-triage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Microgrid Load Forecast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5.0-20260622/comparison-gallery/assets/comparisons/microgrid-load-forecast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Spirometry Follow 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5.0-20260622/comparison-gallery/assets/comparisons/remote-spirometry-follow-up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Harbor Wave Storage Pitch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5.0-20260622/comparison-gallery/assets/comparisons/harbor-wave-storage-pitch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8096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Museum Airflow Retrofit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608576" cy="33238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Users/sirilarockiam/CascadeProjects/presentation-skill/decks/random-topic-corpus-comparison-v0.5.0-20260622/comparison-gallery/assets/comparisons/museum-airflow-retrofit_baseline_vs_cor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072172"/>
            <a:ext cx="4498848" cy="1227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40096" y="1024128"/>
            <a:ext cx="36576" cy="161620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68112" y="10241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68112" y="1298448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evidence-object size, table/decision treatment, and source/footer handling.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40096" y="2731770"/>
            <a:ext cx="36576" cy="161620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68112" y="273177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signal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68112" y="3006090"/>
            <a:ext cx="321868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corpus-guided version records selected family and treatment labels in source files.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row above, corpus-guided row below.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7580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Local comparison builder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Topic Corpus Comparison Gallery</dc:title>
  <dc:subject>Rendered deck evidence</dc:subject>
  <dc:creator>PptxGenJS</dc:creator>
  <cp:lastModifiedBy>PptxGenJS</cp:lastModifiedBy>
  <cp:revision>1</cp:revision>
  <dcterms:created xsi:type="dcterms:W3CDTF">2026-06-22T22:14:46Z</dcterms:created>
  <dcterms:modified xsi:type="dcterms:W3CDTF">2026-06-22T22:14:46Z</dcterms:modified>
</cp:coreProperties>
</file>