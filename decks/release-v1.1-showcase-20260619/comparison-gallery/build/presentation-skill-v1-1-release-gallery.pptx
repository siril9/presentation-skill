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LAB PRESENTATION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91440" cy="199339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060704"/>
            <a:ext cx="80010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Presentation Skill v1.1 Release Gallery</a:t>
            </a:r>
            <a:endParaRPr lang="en-US" sz="3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32888"/>
            <a:ext cx="8001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Native vs v1 vs v1.1 across 13 deck styles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187952"/>
            <a:ext cx="1664208" cy="310896"/>
          </a:xfrm>
          <a:prstGeom prst="rect">
            <a:avLst/>
          </a:prstGeom>
          <a:solidFill>
            <a:srgbClr val="0B2545"/>
          </a:solidFill>
          <a:ln w="9525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40280" y="4187952"/>
            <a:ext cx="1664208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READOUT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4187952"/>
            <a:ext cx="1664208" cy="310896"/>
          </a:xfrm>
          <a:prstGeom prst="rect">
            <a:avLst/>
          </a:prstGeom>
          <a:solidFill>
            <a:srgbClr val="F8FAFC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4242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RUN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Release claim: structured taste, reproducible builds, cleaner slides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00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evidence packet compares the same content across three generators.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59280"/>
          <a:ext cx="8229600" cy="1892808"/>
        </p:xfrm>
        <a:graphic>
          <a:graphicData uri="http://schemas.openxmlformats.org/drawingml/2006/table">
            <a:tbl>
              <a:tblPr/>
              <a:tblGrid>
                <a:gridCol w="1991032"/>
                <a:gridCol w="1460090"/>
                <a:gridCol w="4778477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Signal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Value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Release meaning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Styles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13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Report, clinical, ops, investor, editorial, policy, security, cultural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Decks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39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Native, v1, and v1.1 for every case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Evidence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Rendered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Actual slide images, not mockups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618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Synthetic topics; local generated PPTX and render outputs.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local release fixtures · Refs: synthetic cases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2/15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Lab report: native vs v1 vs v1.1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Borderline calls need repeat wells, not a new protocol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1D5DB">
              <a:alpha val="26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3084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10" name="Image 0" descr="/Users/sirilarockiam/CascadeProjects/presentation-skill/decks/release-v1.1-showcase-20260619/comparison-gallery/assets/comparisons/lab-report-assay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lab-report-assay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3/15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Risk memo: native vs v1 vs v1.1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Downtime risk concentrates in one inspection step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42111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44368" y="1053084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9" name="Image 0" descr="/Users/sirilarockiam/CascadeProjects/presentation-skill/decks/release-v1.1-showcase-20260619/comparison-gallery/assets/comparisons/board-risk-memo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board-risk-memo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4/15</a:t>
            </a:r>
            <a:endParaRPr lang="en-US" sz="8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Startup: native vs v1 vs v1.1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Pilot economics improve when intake is sorted upstream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5308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21080"/>
            <a:ext cx="777240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9" name="Image 0" descr="/Users/sirilarockiam/CascadeProjects/presentation-skill/decks/release-v1.1-showcase-20260619/comparison-gallery/assets/comparisons/startup-launch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startup-launch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5/15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Editorial: native vs v1 vs v1.1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roof surfaces create three different microclimates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7" name="Image 0" descr="/Users/sirilarockiam/CascadeProjects/presentation-skill/decks/release-v1.1-showcase-20260619/comparison-gallery/assets/comparisons/editorial-field-note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editorial-field-note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6/15</a:t>
            </a:r>
            <a:endParaRPr lang="en-US" sz="8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Policy: native vs v1 vs v1.1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 upstream fixes reduce downstream intervention load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43940"/>
            <a:ext cx="192024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05456" y="1053084"/>
            <a:ext cx="618134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9" name="Image 0" descr="/Users/sirilarockiam/CascadeProjects/presentation-skill/decks/release-v1.1-showcase-20260619/comparison-gallery/assets/comparisons/civic-policy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civic-policy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7/15</a:t>
            </a:r>
            <a:endParaRPr lang="en-US" sz="8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2024"/>
            <a:ext cx="50292" cy="8702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3736"/>
            <a:ext cx="80467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Ops dashboard: native vs v1 vs v1.1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056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Backlog drops only when triage rules are explicit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3084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84174"/>
            <a:ext cx="1097280" cy="2377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10" name="Image 0" descr="/Users/sirilarockiam/CascadeProjects/presentation-skill/decks/release-v1.1-showcase-20260619/comparison-gallery/assets/comparisons/ops-dashboard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ops-dashboard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8/15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Clinical exec: native vs v1 vs v1.1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Missed follow-ups concentrate after discharge handoff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50292"/>
            <a:ext cx="8229600" cy="20117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70409"/>
            <a:ext cx="8229600" cy="82296"/>
          </a:xfrm>
          <a:prstGeom prst="rect">
            <a:avLst/>
          </a:prstGeom>
          <a:solidFill>
            <a:srgbClr val="D1D5DB">
              <a:alpha val="26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3084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10" name="Image 0" descr="/Users/sirilarockiam/CascadeProjects/presentation-skill/decks/release-v1.1-showcase-20260619/comparison-gallery/assets/comparisons/clinical-pathway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clinical-pathway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9/15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Arctic minimal: native vs v1 vs v1.1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Recovery slowed because ownership changed mid-incident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7" name="Image 0" descr="/Users/sirilarockiam/CascadeProjects/presentation-skill/decks/release-v1.1-showcase-20260619/comparison-gallery/assets/comparisons/arctic-postmortem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arctic-postmortem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10/15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92024"/>
            <a:ext cx="50292" cy="8702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73736"/>
            <a:ext cx="804672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Midnight neon: native vs v1 vs v1.1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056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Alert volume falls when enrichment happens before escalation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3084"/>
            <a:ext cx="8229600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84174"/>
            <a:ext cx="1097280" cy="2377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10" name="Image 0" descr="/Users/sirilarockiam/CascadeProjects/presentation-skill/decks/release-v1.1-showcase-20260619/comparison-gallery/assets/comparisons/midnight-cyber-triage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12" name="Shape 9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midnight-cyber-triage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11/15</a:t>
            </a:r>
            <a:endParaRPr lang="en-US" sz="8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Investor: native vs v1 vs v1.1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Margin expands when storage dispatch is software-led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43940"/>
            <a:ext cx="2057400" cy="27432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642616" y="1053084"/>
            <a:ext cx="6044184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9" name="Image 0" descr="/Users/sirilarockiam/CascadeProjects/presentation-skill/decks/release-v1.1-showcase-20260619/comparison-gallery/assets/comparisons/sunset-investor-memo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sunset-investor-memo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12/15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Lavender ops: native vs v1 vs v1.1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Renewal risk shows up in usage decay before ticket volume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42111"/>
            <a:ext cx="2377440" cy="31090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44368" y="1053084"/>
            <a:ext cx="5742432" cy="1280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9" name="Image 0" descr="/Users/sirilarockiam/CascadeProjects/presentation-skill/decks/release-v1.1-showcase-20260619/comparison-gallery/assets/comparisons/lavender-renewal-ops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lavender-renewal-ops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13/15</a:t>
            </a:r>
            <a:endParaRPr lang="en-US" sz="8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Terracotta: native vs v1 vs v1.1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Membership growth improves when visits become return rituals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05308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21080"/>
            <a:ext cx="777240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9" name="Image 0" descr="/Users/sirilarockiam/CascadeProjects/presentation-skill/decks/release-v1.1-showcase-20260619/comparison-gallery/assets/comparisons/terracotta-membership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terracotta-membership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14/15</a:t>
            </a:r>
            <a:endParaRPr lang="en-US" sz="8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Editorial minimal: native vs v1 vs v1.1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056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Reader loyalty rises when recurring columns anchor discovery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27404"/>
            <a:ext cx="8229600" cy="279196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7404"/>
            <a:ext cx="8229600" cy="457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" y="1409700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A. Rendered slide comparison</a:t>
            </a:r>
            <a:endParaRPr lang="en-US" sz="850" dirty="0"/>
          </a:p>
        </p:txBody>
      </p:sp>
      <p:pic>
        <p:nvPicPr>
          <p:cNvPr id="7" name="Image 0" descr="/Users/sirilarockiam/CascadeProjects/presentation-skill/decks/release-v1.1-showcase-20260619/comparison-gallery/assets/comparisons/editorial-minimal-brief-native-v1-v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769931"/>
            <a:ext cx="8119872" cy="19434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0352" y="3881628"/>
            <a:ext cx="8083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2 from the native, v1, and v1.1 generated decks.</a:t>
            </a:r>
            <a:endParaRPr lang="en-US" sz="820" dirty="0"/>
          </a:p>
        </p:txBody>
      </p:sp>
      <p:sp>
        <p:nvSpPr>
          <p:cNvPr id="9" name="Shape 6"/>
          <p:cNvSpPr/>
          <p:nvPr/>
        </p:nvSpPr>
        <p:spPr>
          <a:xfrm>
            <a:off x="457200" y="4229100"/>
            <a:ext cx="8229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" y="4302252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 for hierarchy, content fit, footer/source handling, and whether the slide feels intentionally designed.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Src: native; v1; v1.1 · Refs: editorial-minimal-brief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15/15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Skill v1.1 Release Gallery</dc:title>
  <dc:subject>Native vs v1 vs v1.1</dc:subject>
  <dc:creator>PptxGenJS</dc:creator>
  <cp:lastModifiedBy>PptxGenJS</cp:lastModifiedBy>
  <cp:revision>1</cp:revision>
  <dcterms:created xsi:type="dcterms:W3CDTF">2026-06-20T07:50:21Z</dcterms:created>
  <dcterms:modified xsi:type="dcterms:W3CDTF">2026-06-20T07:50:21Z</dcterms:modified>
</cp:coreProperties>
</file>