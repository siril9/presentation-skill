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8229600" cy="18288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03504"/>
            <a:ext cx="82296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5603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b="1" spc="180" kern="0" dirty="0">
                <a:solidFill>
                  <a:srgbClr val="D4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EDITORIAL REPORT</a:t>
            </a:r>
            <a:endParaRPr lang="en-US" sz="82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78992"/>
            <a:ext cx="7909560" cy="1575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1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Topic Corpus Comparison</a:t>
            </a:r>
            <a:endParaRPr lang="en-US" sz="4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819400"/>
            <a:ext cx="7909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v0.6.0 baseline vs descriptor-corpus-guided decks built from source JSON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051560"/>
            <a:ext cx="1554480" cy="2971800"/>
          </a:xfrm>
          <a:prstGeom prst="rect">
            <a:avLst/>
          </a:prstGeom>
          <a:solidFill>
            <a:srgbClr val="1F2937">
              <a:alpha val="16000"/>
            </a:srgbClr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4224528"/>
            <a:ext cx="1234440" cy="5486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68096"/>
            <a:ext cx="1143000" cy="45720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383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topics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608576" cy="332384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5" name="Image 0" descr="/Users/sirilarockiam/CascadeProjects/presentation-skill/decks/random-topic-corpus-comparison-v0.6.0-20260629/comparison-gallery/assets/comparisons/all_topics_baseline_vs_corp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182" y="1078992"/>
            <a:ext cx="3518611" cy="32141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40096" y="1024128"/>
            <a:ext cx="36576" cy="1046988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68112" y="1024128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Purpose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68112" y="1298448"/>
            <a:ext cx="321868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 whether deck structure changes when the large corpus informs design choices.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340096" y="2162556"/>
            <a:ext cx="36576" cy="10469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68112" y="2162556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68112" y="2436876"/>
            <a:ext cx="3218688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synthetic topics, each with baseline and corpus-guided decks.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340096" y="3300984"/>
            <a:ext cx="36576" cy="1046988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68112" y="33009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468112" y="3575304"/>
            <a:ext cx="3218688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Descriptor-only corpus references; no external slides copied.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3754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Rendered comparison contact sheet generated locally.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4850892"/>
            <a:ext cx="7580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Sources: Local comparison builder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2/10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68096"/>
            <a:ext cx="1143000" cy="45720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383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River Watch Pocket Lab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608576" cy="332384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5" name="Image 0" descr="/Users/sirilarockiam/CascadeProjects/presentation-skill/decks/random-topic-corpus-comparison-v0.6.0-20260629/comparison-gallery/assets/comparisons/river-watch-pocket-lab_baseline_vs_corp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2072172"/>
            <a:ext cx="4498848" cy="12277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40096" y="1024128"/>
            <a:ext cx="36576" cy="1616202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68112" y="1024128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68112" y="1298448"/>
            <a:ext cx="321868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Look for evidence-object size, table/decision treatment, and source/footer handling.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340096" y="2731770"/>
            <a:ext cx="36576" cy="161620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68112" y="273177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Corpus signal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68112" y="3006090"/>
            <a:ext cx="321868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corpus-guided version records selected family and treatment labels in source files.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3754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Baseline row above, corpus-guided row below.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4850892"/>
            <a:ext cx="7580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Sources: Local comparison builder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3/10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68096"/>
            <a:ext cx="1143000" cy="45720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383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Night Market Battery Swaps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608576" cy="332384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5" name="Image 0" descr="/Users/sirilarockiam/CascadeProjects/presentation-skill/decks/random-topic-corpus-comparison-v0.6.0-20260629/comparison-gallery/assets/comparisons/night-market-battery-swaps_baseline_vs_corp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2072172"/>
            <a:ext cx="4498848" cy="12277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40096" y="1024128"/>
            <a:ext cx="36576" cy="1616202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68112" y="1024128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68112" y="1298448"/>
            <a:ext cx="321868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Look for evidence-object size, table/decision treatment, and source/footer handling.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340096" y="2731770"/>
            <a:ext cx="36576" cy="161620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68112" y="273177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Corpus signal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68112" y="3006090"/>
            <a:ext cx="321868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corpus-guided version records selected family and treatment labels in source files.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3754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Baseline row above, corpus-guided row below.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4850892"/>
            <a:ext cx="7580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Sources: Local comparison builder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4/10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68096"/>
            <a:ext cx="1143000" cy="45720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383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Pocket Forest Cooling Blocks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608576" cy="332384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5" name="Image 0" descr="/Users/sirilarockiam/CascadeProjects/presentation-skill/decks/random-topic-corpus-comparison-v0.6.0-20260629/comparison-gallery/assets/comparisons/pocket-forest-cooling-blocks_baseline_vs_corp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2072172"/>
            <a:ext cx="4498848" cy="12277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40096" y="1024128"/>
            <a:ext cx="36576" cy="1616202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68112" y="1024128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68112" y="1298448"/>
            <a:ext cx="321868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Look for evidence-object size, table/decision treatment, and source/footer handling.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340096" y="2731770"/>
            <a:ext cx="36576" cy="161620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68112" y="273177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Corpus signal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68112" y="3006090"/>
            <a:ext cx="321868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corpus-guided version records selected family and treatment labels in source files.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3754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Baseline row above, corpus-guided row below.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4850892"/>
            <a:ext cx="7580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Sources: Local comparison builder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5/10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68096"/>
            <a:ext cx="1143000" cy="45720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383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 Fridge Alarm Triage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608576" cy="332384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5" name="Image 0" descr="/Users/sirilarockiam/CascadeProjects/presentation-skill/decks/random-topic-corpus-comparison-v0.6.0-20260629/comparison-gallery/assets/comparisons/clinic-fridge-alarm-triage_baseline_vs_corp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2072172"/>
            <a:ext cx="4498848" cy="12277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40096" y="1024128"/>
            <a:ext cx="36576" cy="1616202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68112" y="1024128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68112" y="1298448"/>
            <a:ext cx="321868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Look for evidence-object size, table/decision treatment, and source/footer handling.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340096" y="2731770"/>
            <a:ext cx="36576" cy="161620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68112" y="273177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Corpus signal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68112" y="3006090"/>
            <a:ext cx="321868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corpus-guided version records selected family and treatment labels in source files.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3754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Baseline row above, corpus-guided row below.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4850892"/>
            <a:ext cx="7580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Sources: Local comparison builder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6/10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68096"/>
            <a:ext cx="1143000" cy="45720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383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Microgrid Load Forecast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608576" cy="332384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5" name="Image 0" descr="/Users/sirilarockiam/CascadeProjects/presentation-skill/decks/random-topic-corpus-comparison-v0.6.0-20260629/comparison-gallery/assets/comparisons/microgrid-load-forecast_baseline_vs_corp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2072172"/>
            <a:ext cx="4498848" cy="12277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40096" y="1024128"/>
            <a:ext cx="36576" cy="1616202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68112" y="1024128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68112" y="1298448"/>
            <a:ext cx="321868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Look for evidence-object size, table/decision treatment, and source/footer handling.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340096" y="2731770"/>
            <a:ext cx="36576" cy="161620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68112" y="273177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Corpus signal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68112" y="3006090"/>
            <a:ext cx="321868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corpus-guided version records selected family and treatment labels in source files.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3754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Baseline row above, corpus-guided row below.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4850892"/>
            <a:ext cx="7580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Sources: Local comparison builder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7/10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68096"/>
            <a:ext cx="1143000" cy="45720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383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Remote Spirometry Follow Up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608576" cy="332384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5" name="Image 0" descr="/Users/sirilarockiam/CascadeProjects/presentation-skill/decks/random-topic-corpus-comparison-v0.6.0-20260629/comparison-gallery/assets/comparisons/remote-spirometry-follow-up_baseline_vs_corp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2072172"/>
            <a:ext cx="4498848" cy="12277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40096" y="1024128"/>
            <a:ext cx="36576" cy="1616202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68112" y="1024128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68112" y="1298448"/>
            <a:ext cx="321868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Look for evidence-object size, table/decision treatment, and source/footer handling.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340096" y="2731770"/>
            <a:ext cx="36576" cy="161620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68112" y="273177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Corpus signal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68112" y="3006090"/>
            <a:ext cx="321868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corpus-guided version records selected family and treatment labels in source files.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3754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Baseline row above, corpus-guided row below.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4850892"/>
            <a:ext cx="7580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Sources: Local comparison builder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8/10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68096"/>
            <a:ext cx="1143000" cy="45720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383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Harbor Wave Storage Pitch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608576" cy="332384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5" name="Image 0" descr="/Users/sirilarockiam/CascadeProjects/presentation-skill/decks/random-topic-corpus-comparison-v0.6.0-20260629/comparison-gallery/assets/comparisons/harbor-wave-storage-pitch_baseline_vs_corp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2072172"/>
            <a:ext cx="4498848" cy="12277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40096" y="1024128"/>
            <a:ext cx="36576" cy="1616202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68112" y="1024128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68112" y="1298448"/>
            <a:ext cx="321868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Look for evidence-object size, table/decision treatment, and source/footer handling.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340096" y="2731770"/>
            <a:ext cx="36576" cy="161620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68112" y="273177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Corpus signal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68112" y="3006090"/>
            <a:ext cx="321868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corpus-guided version records selected family and treatment labels in source files.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3754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Baseline row above, corpus-guided row below.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4850892"/>
            <a:ext cx="7580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Sources: Local comparison builder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9/10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68096"/>
            <a:ext cx="1143000" cy="45720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383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Museum Airflow Retrofit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608576" cy="332384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5" name="Image 0" descr="/Users/sirilarockiam/CascadeProjects/presentation-skill/decks/random-topic-corpus-comparison-v0.6.0-20260629/comparison-gallery/assets/comparisons/museum-airflow-retrofit_baseline_vs_corp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2072172"/>
            <a:ext cx="4498848" cy="12277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40096" y="1024128"/>
            <a:ext cx="36576" cy="1616202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68112" y="1024128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68112" y="1298448"/>
            <a:ext cx="321868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Look for evidence-object size, table/decision treatment, and source/footer handling.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340096" y="2731770"/>
            <a:ext cx="36576" cy="161620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68112" y="273177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Corpus signal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68112" y="3006090"/>
            <a:ext cx="321868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corpus-guided version records selected family and treatment labels in source files.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3754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Baseline row above, corpus-guided row below.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4850892"/>
            <a:ext cx="7580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Sources: Local comparison builder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10/10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Random Topic Corpus Comparison Gallery</dc:title>
  <dc:subject>Rendered deck evidence</dc:subject>
  <dc:creator>PptxGenJS</dc:creator>
  <cp:lastModifiedBy>PptxGenJS</cp:lastModifiedBy>
  <cp:revision>1</cp:revision>
  <dcterms:created xsi:type="dcterms:W3CDTF">2026-06-29T08:14:07Z</dcterms:created>
  <dcterms:modified xsi:type="dcterms:W3CDTF">2026-06-29T08:14:07Z</dcterms:modified>
</cp:coreProperties>
</file>